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220">
                <a:solidFill>
                  <a:srgbClr val="E8B820"/>
                </a:solidFill>
                <a:latin typeface="JetBrains Mono"/>
              </a:rPr>
              <a:t>PROPOSAL  //  HYBRID MOBILE APP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7863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400" b="1">
                <a:solidFill>
                  <a:srgbClr val="E8B820"/>
                </a:solidFill>
                <a:latin typeface="Space Grotesk"/>
              </a:rPr>
              <a:t>Repsetta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2EDE4"/>
                </a:solidFill>
                <a:latin typeface="Space Grotesk"/>
              </a:rPr>
              <a:t>A working strength-training tracker,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2EDE4"/>
                </a:solidFill>
                <a:latin typeface="Space Grotesk"/>
              </a:rPr>
              <a:t>built before saying a word about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7680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A8898"/>
                </a:solidFill>
                <a:latin typeface="Inter"/>
              </a:rPr>
              <a:t>One React Native codebase for iOS, Android, and web.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8A8898"/>
                </a:solidFill>
                <a:latin typeface="Inter"/>
              </a:rPr>
              <a:t>Backed by a real Flask API. Click it and it 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77840"/>
            <a:ext cx="6949440" cy="658368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77840"/>
            <a:ext cx="6583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60">
                <a:solidFill>
                  <a:srgbClr val="F2EDE4"/>
                </a:solidFill>
                <a:latin typeface="JetBrains Mono"/>
              </a:rPr>
              <a:t>Michael Wegter   //   Full-stack engineer   //   </a:t>
            </a:r>
            <a:r>
              <a:rPr sz="1100" b="0" spc="60">
                <a:solidFill>
                  <a:srgbClr val="E8B820"/>
                </a:solidFill>
                <a:latin typeface="JetBrains Mono"/>
              </a:rPr>
              <a:t>React Native, Expo, NativeWind, Flask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3024" y="2232279"/>
            <a:ext cx="3639312" cy="2302002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5875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268855"/>
            <a:ext cx="3566160" cy="22288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48920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spc="30">
                <a:solidFill>
                  <a:srgbClr val="E8B820"/>
                </a:solidFill>
                <a:latin typeface="JetBrains Mono"/>
              </a:rPr>
              <a:t>michaelwegter.com/work-samples/repsetta-fitness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220">
                <a:solidFill>
                  <a:srgbClr val="12B4C8"/>
                </a:solidFill>
                <a:latin typeface="JetBrains Mono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EDE4"/>
                </a:solidFill>
                <a:latin typeface="Space Grotesk"/>
              </a:rPr>
              <a:t>You are building the heart of a fitness product, and you need it shipped right.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3464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3127248"/>
            <a:ext cx="384048" cy="73152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33756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EDE4"/>
                </a:solidFill>
                <a:latin typeface="Space Grotesk"/>
              </a:rPr>
              <a:t>The capture loop is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160520"/>
            <a:ext cx="29900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Logging sets, reps, and weight with a clean rest timer is the screen your users touch every single session. If it is slow or clumsy, the product fails quietly.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83464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45736" y="3127248"/>
            <a:ext cx="384048" cy="73152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333756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EDE4"/>
                </a:solidFill>
                <a:latin typeface="Space Grotesk"/>
              </a:rPr>
              <a:t>One codebase, two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4160520"/>
            <a:ext cx="29900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You want React Native or Flutter so iOS and Android ship together, without the quality dropping or the team doubling.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83464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3127248"/>
            <a:ext cx="384048" cy="73152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33756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2EDE4"/>
                </a:solidFill>
                <a:latin typeface="Space Grotesk"/>
              </a:rPr>
              <a:t>A long-term, steady partner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160520"/>
            <a:ext cx="29900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Under 30 hours a week for 6+ months. You need someone reliable who owns the work and does not need babysitting.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220">
                <a:solidFill>
                  <a:srgbClr val="E8B820"/>
                </a:solidFill>
                <a:latin typeface="JetBrains Mono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DE4"/>
                </a:solidFill>
                <a:latin typeface="Space Grotesk"/>
              </a:rPr>
              <a:t>How I would build the real 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523744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8B820"/>
                </a:solidFill>
                <a:latin typeface="JetBrai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54203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EDE4"/>
                </a:solidFill>
                <a:latin typeface="Space Grotesk"/>
              </a:rPr>
              <a:t>One React Native + NativeWind codebase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154680"/>
            <a:ext cx="384048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Every feature ships to iOS and Android at once. No separate native teams, no drift between platforms.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2860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2523744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8B820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254203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EDE4"/>
                </a:solidFill>
                <a:latin typeface="Space Grotesk"/>
              </a:rPr>
              <a:t>Grow from the loop outward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3154680"/>
            <a:ext cx="384048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Guided programs feed a fast logging screen with the rest timer, then a progress dashboard that earns the next session.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389119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2686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8B820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645151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EDE4"/>
                </a:solidFill>
                <a:latin typeface="Space Grotesk"/>
              </a:rPr>
              <a:t>I own the backend too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5257799"/>
            <a:ext cx="384048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The demo's Flask API proves it. I handle the data model, the endpoints, and the app together, not half a feature.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389119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4626863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8B820"/>
                </a:solidFill>
                <a:latin typeface="JetBrai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4645151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EDE4"/>
                </a:solidFill>
                <a:latin typeface="Space Grotesk"/>
              </a:rPr>
              <a:t>Steady, autonomous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5257799"/>
            <a:ext cx="3840480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8A8898"/>
                </a:solidFill>
                <a:latin typeface="Inter"/>
              </a:rPr>
              <a:t>Under 30 hrs/week for the long haul, fully overlapping Central and Pacific hours, strong async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220">
                <a:solidFill>
                  <a:srgbClr val="E8B820"/>
                </a:solidFill>
                <a:latin typeface="JetBrains Mono"/>
              </a:rPr>
              <a:t>THE LIVE DEMO  //  THIS IS THE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987552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EDE4"/>
                </a:solidFill>
                <a:latin typeface="Space Grotesk"/>
              </a:rPr>
              <a:t>It is real. Click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8A8898"/>
                </a:solidFill>
                <a:latin typeface="Inter"/>
              </a:rPr>
              <a:t>A real React Native app, not a slideshow. Open Today's program, log sets with reps and weight, the rest timer counts down between sets, Save persists to a Flask backend on my own infrastructure, and it shows up in Progress with a volume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6675120" cy="566928"/>
          </a:xfrm>
          <a:prstGeom prst="roundRect">
            <a:avLst>
              <a:gd name="adj" fmla="val 6000"/>
            </a:avLst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6675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spc="30">
                <a:solidFill>
                  <a:srgbClr val="1A1500"/>
                </a:solidFill>
                <a:latin typeface="JetBrains Mono"/>
              </a:rPr>
              <a:t>Try it live:  michaelwegter.com/work-samples/repsetta-fitness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20">
                <a:solidFill>
                  <a:srgbClr val="8A8898"/>
                </a:solidFill>
                <a:latin typeface="JetBrains Mono"/>
              </a:rPr>
              <a:t>App runs directly at  michaelwegter.com/demos/repsetta-fitness/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1544" y="2123322"/>
            <a:ext cx="1033272" cy="2154156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5875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59898"/>
            <a:ext cx="960120" cy="20810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63256" y="5376672"/>
            <a:ext cx="1069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spc="100">
                <a:solidFill>
                  <a:srgbClr val="8A8898"/>
                </a:solidFill>
                <a:latin typeface="JetBrains Mono"/>
              </a:rPr>
              <a:t>TODAY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2123322"/>
            <a:ext cx="1033272" cy="2154156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5875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2159898"/>
            <a:ext cx="960120" cy="20810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33104" y="5376672"/>
            <a:ext cx="1069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spc="100">
                <a:solidFill>
                  <a:srgbClr val="8A8898"/>
                </a:solidFill>
                <a:latin typeface="JetBrains Mono"/>
              </a:rPr>
              <a:t>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2123322"/>
            <a:ext cx="1033272" cy="2154156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5875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st-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16" y="2159898"/>
            <a:ext cx="960120" cy="20810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902952" y="5376672"/>
            <a:ext cx="1069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spc="100">
                <a:solidFill>
                  <a:srgbClr val="8A8898"/>
                </a:solidFill>
                <a:latin typeface="JetBrains Mono"/>
              </a:rPr>
              <a:t>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91088" y="2123322"/>
            <a:ext cx="1033272" cy="2154156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5875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og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7664" y="2159898"/>
            <a:ext cx="960120" cy="20810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0" y="5376672"/>
            <a:ext cx="1069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spc="100">
                <a:solidFill>
                  <a:srgbClr val="8A8898"/>
                </a:solidFill>
                <a:latin typeface="JetBrains Mono"/>
              </a:rPr>
              <a:t>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8B820"/>
                </a:solidFill>
                <a:latin typeface="Inter"/>
              </a:rPr>
              <a:t>One codebase. iOS, Android, and the web build above. Backed by a real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D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220">
                <a:solidFill>
                  <a:srgbClr val="6ED46A"/>
                </a:solidFill>
                <a:latin typeface="JetBrains Mono"/>
              </a:rPr>
              <a:t>REQUIREMENT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2412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EDE4"/>
                </a:solidFill>
                <a:latin typeface="Space Grotesk"/>
              </a:rPr>
              <a:t>Everything you asked for, mapped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spc="120">
                <a:solidFill>
                  <a:srgbClr val="4A4858"/>
                </a:solidFill>
                <a:latin typeface="JetBrains Mono"/>
              </a:rPr>
              <a:t>WHAT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96596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spc="120">
                <a:solidFill>
                  <a:srgbClr val="4A4858"/>
                </a:solidFill>
                <a:latin typeface="JetBrains Mono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spc="120">
                <a:solidFill>
                  <a:srgbClr val="4A4858"/>
                </a:solidFill>
                <a:latin typeface="JetBrains Mono"/>
              </a:rPr>
              <a:t>HOW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07208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50008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Mobile dev, iOS + Android, one codebase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432304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432304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50008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Single Expo + React Native app targets both stores and the web build.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37560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80360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React Native / Flutter (hybrid)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962656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96265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880360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Built in React Native + NativeWind. Flutter and Cordova noted for tradeoffs.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867912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410712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High-quality, user-friendly 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349300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349300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410712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Polished UI and real rest-timer UX on a clean dark theme.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398264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41064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Backend / API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4023360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4023360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941064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Live Flask API on my own infrastructure persists every saved workout.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928616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471416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Health &amp; wellness domain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4553712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12B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4553712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DEMO + 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471416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App mirrors how lifters log, rest, and track. Honest domain framing answered.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458968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01768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Certifications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5084064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6ED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5084064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ANSWERED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001768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Straight answer: no fitness cert, engineering depth and a working app instead.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989320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532120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Under 30 hrs/wk, 6+ months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5614416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6ED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5614416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ANSWERED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532120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Comfortable at that pace for the long term.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6519672"/>
            <a:ext cx="10561320" cy="9525"/>
          </a:xfrm>
          <a:prstGeom prst="rect">
            <a:avLst/>
          </a:prstGeom>
          <a:solidFill>
            <a:srgbClr val="2C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062472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EDE4"/>
                </a:solidFill>
                <a:latin typeface="Inter"/>
              </a:rPr>
              <a:t>Location (Vegas / Twin Cities)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12080" y="6144768"/>
            <a:ext cx="1325880" cy="310896"/>
          </a:xfrm>
          <a:prstGeom prst="roundRect">
            <a:avLst>
              <a:gd name="adj" fmla="val 6000"/>
            </a:avLst>
          </a:prstGeom>
          <a:solidFill>
            <a:srgbClr val="6ED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6144768"/>
            <a:ext cx="1325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spc="30">
                <a:solidFill>
                  <a:srgbClr val="1A1500"/>
                </a:solidFill>
                <a:latin typeface="JetBrains Mono"/>
              </a:rPr>
              <a:t>ANSWERED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6062472"/>
            <a:ext cx="45720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8A8898"/>
                </a:solidFill>
                <a:latin typeface="Inter"/>
              </a:rPr>
              <a:t>Upfront: US-based, fully overlapping Central &amp; Pacific hours, strong async.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220">
                <a:solidFill>
                  <a:srgbClr val="E8B820"/>
                </a:solidFill>
                <a:latin typeface="JetBrains Mono"/>
              </a:rPr>
              <a:t>WHY MICHAEL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2EDE4"/>
                </a:solidFill>
                <a:latin typeface="Space Grotesk"/>
              </a:rPr>
              <a:t>Ships full-stack, owns it, moves fast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8B820"/>
                </a:solidFill>
                <a:latin typeface="Space Grotesk"/>
              </a:rPr>
              <a:t>~2.5 yrs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1188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00">
                <a:solidFill>
                  <a:srgbClr val="8A8898"/>
                </a:solidFill>
                <a:latin typeface="JetBrains Mono"/>
              </a:rPr>
              <a:t>SOLE DEVELOPER &amp; SME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53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Ran a React + Python platform at U.S. Bank serving 600 users a month. If something broke, I could usually fix it within ten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246888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2788920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8B820"/>
                </a:solidFill>
                <a:latin typeface="Space Grotesk"/>
              </a:rPr>
              <a:t>150+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361188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00">
                <a:solidFill>
                  <a:srgbClr val="8A8898"/>
                </a:solidFill>
                <a:latin typeface="JetBrains Mono"/>
              </a:rPr>
              <a:t>CURRENT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4160520"/>
            <a:ext cx="2953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Delivering on an Angular and .NET engagement as my team's go-to for AI-assisted development, in strict Agile.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46888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788920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E8B820"/>
                </a:solidFill>
                <a:latin typeface="Space Grotesk"/>
              </a:rPr>
              <a:t>Full-stack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611880"/>
            <a:ext cx="2953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00">
                <a:solidFill>
                  <a:srgbClr val="8A8898"/>
                </a:solidFill>
                <a:latin typeface="JetBrains Mono"/>
              </a:rPr>
              <a:t>APP AND API 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4160520"/>
            <a:ext cx="295351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React/Angular front ends, Python/.NET/Java back ends, SQL/PostgreSQL, Docker, CI/CD. I own the whole feature, not half of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spc="220">
                <a:solidFill>
                  <a:srgbClr val="E8B820"/>
                </a:solidFill>
                <a:latin typeface="JetBrains Mono"/>
              </a:rPr>
              <a:t>SCOPE, TIMELINE,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EDE4"/>
                </a:solidFill>
                <a:latin typeface="Space Grotesk"/>
              </a:rPr>
              <a:t>Let's start with what matters most to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40">
                <a:solidFill>
                  <a:srgbClr val="E8B820"/>
                </a:solidFill>
                <a:latin typeface="JetBrains Mono"/>
              </a:rPr>
              <a:t>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EDE4"/>
                </a:solidFill>
                <a:latin typeface="Inter"/>
              </a:rPr>
              <a:t>Long-term partner, under 30 hours a week, 6+ months. Steady and autonomous.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93592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7647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40">
                <a:solidFill>
                  <a:srgbClr val="E8B820"/>
                </a:solidFill>
                <a:latin typeface="JetBrains Mono"/>
              </a:rPr>
              <a:t>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96512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EDE4"/>
                </a:solidFill>
                <a:latin typeface="Inter"/>
              </a:rPr>
              <a:t>$50 to $85 per hour, a mix of experience and value. Strong value against the field.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01184"/>
            <a:ext cx="5394960" cy="114300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2700">
            <a:solidFill>
              <a:srgbClr val="2C2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8406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40">
                <a:solidFill>
                  <a:srgbClr val="E8B820"/>
                </a:solidFill>
                <a:latin typeface="JetBrains Mono"/>
              </a:rPr>
              <a:t>FIRST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04104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EDE4"/>
                </a:solidFill>
                <a:latin typeface="Inter"/>
              </a:rPr>
              <a:t>Lock the data model and core logging loop, ship it to TestFlight and an Android build, and agree on the next feature slice.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286000"/>
            <a:ext cx="4800600" cy="3703320"/>
          </a:xfrm>
          <a:prstGeom prst="roundRect">
            <a:avLst>
              <a:gd name="adj" fmla="val 6000"/>
            </a:avLst>
          </a:prstGeom>
          <a:solidFill>
            <a:srgbClr val="1E1C26"/>
          </a:solidFill>
          <a:ln w="19050">
            <a:solidFill>
              <a:srgbClr val="E8B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697480"/>
            <a:ext cx="4069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60">
                <a:solidFill>
                  <a:srgbClr val="E8B820"/>
                </a:solidFill>
                <a:latin typeface="JetBrains Mono"/>
              </a:rPr>
              <a:t>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108960"/>
            <a:ext cx="4069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2EDE4"/>
                </a:solidFill>
                <a:latin typeface="Space Grotesk"/>
              </a:rPr>
              <a:t>Click the demo, then tell me which features come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434840"/>
            <a:ext cx="4069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A8898"/>
                </a:solidFill>
                <a:latin typeface="Inter"/>
              </a:rPr>
              <a:t>If it looks like the right direction, I would love to shape a plan around your priorities. Low pressure.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5257800"/>
            <a:ext cx="4069080" cy="502920"/>
          </a:xfrm>
          <a:prstGeom prst="roundRect">
            <a:avLst>
              <a:gd name="adj" fmla="val 6000"/>
            </a:avLst>
          </a:prstGeom>
          <a:solidFill>
            <a:srgbClr val="E8B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5257800"/>
            <a:ext cx="40690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spc="20">
                <a:solidFill>
                  <a:srgbClr val="1A1500"/>
                </a:solidFill>
                <a:latin typeface="JetBrains Mono"/>
              </a:rPr>
              <a:t>michaelwegter.com/work-samples/repsetta-fitness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