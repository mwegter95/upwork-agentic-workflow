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PROPOSAL // DATA ACQUISITION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1814"/>
                </a:solidFill>
                <a:latin typeface="Georgia"/>
              </a:rPr>
              <a:t>Auction Scraper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540"/>
                </a:solidFill>
                <a:latin typeface="Georgia"/>
              </a:rPr>
              <a:t>Michael Wegter  |  Python &amp; Web Scraping Specialist  |  Minneapolis, MN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29000"/>
            <a:ext cx="7315200" cy="9144"/>
          </a:xfrm>
          <a:prstGeom prst="rect">
            <a:avLst/>
          </a:prstGeom>
          <a:solidFill>
            <a:srgbClr val="D4C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1A1A"/>
                </a:solidFill>
                <a:latin typeface="Calibri"/>
              </a:rPr>
              <a:t>Live demo: michaelwegter.com/demos/auction-scraper/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1A1A"/>
                </a:solidFill>
                <a:latin typeface="Calibri"/>
              </a:rPr>
              <a:t>GitHub: github.com/mwegter95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6784848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LIVE WORKING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814"/>
                </a:solidFill>
                <a:latin typeface="Georgia"/>
              </a:rPr>
              <a:t>Auction Scraper Console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842C"/>
                </a:solidFill>
                <a:latin typeface="Calibri"/>
              </a:rPr>
              <a:t>Run Scraper  &gt;&gt;  Watch 18 lots stream in live from 3 real auction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9E0"/>
                </a:solidFill>
                <a:latin typeface="Calibri"/>
              </a:rPr>
              <a:t>  3 sources scraped in parallel: Leland Little  |  Bonhams  |  Heritage Auctions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9E0"/>
                </a:solidFill>
                <a:latin typeface="Calibri"/>
              </a:rPr>
              <a:t>  Lot cards accumulate in real time as each source processes (Server-Sent Events)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9E0"/>
                </a:solidFill>
                <a:latin typeface="Calibri"/>
              </a:rPr>
              <a:t>  Normalized JSON schema consistent across all sources: lot_number, title, estimate, sale_date, image_urls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20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9E0"/>
                </a:solidFill>
                <a:latin typeface="Calibri"/>
              </a:rPr>
              <a:t>  Raw and normalized JSON inspectable in-panel alongside rendered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9E0"/>
                </a:solidFill>
                <a:latin typeface="Calibri"/>
              </a:rPr>
              <a:t>  Rate-limit telemetry: crawl delay pacing, retries, and flagged_for_api event visible in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34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DE9E0"/>
                </a:solidFill>
                <a:latin typeface="Calibri"/>
              </a:rPr>
              <a:t>  Scraper images displayed inline on every lot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120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1A1A"/>
                </a:solidFill>
                <a:latin typeface="Calibri"/>
              </a:rPr>
              <a:t>michaelwegter.com/demos/auction-scraper/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6784848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APPROACH // TOOL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814"/>
                </a:solidFill>
                <a:latin typeface="Georgia"/>
              </a:rPr>
              <a:t>Right tool for each source. Not one tool everywhere.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3566160" cy="54864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Leland Little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814"/>
                </a:solidFill>
                <a:latin typeface="Georgia"/>
              </a:rPr>
              <a:t>requests + BeautifulSoup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860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842C"/>
                </a:solidFill>
                <a:latin typeface="Calibri"/>
              </a:rPr>
              <a:t>Static HTML / open robots.txt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560320"/>
            <a:ext cx="3291840" cy="9144"/>
          </a:xfrm>
          <a:prstGeom prst="rect">
            <a:avLst/>
          </a:prstGeom>
          <a:solidFill>
            <a:srgbClr val="D4C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517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540"/>
                </a:solidFill>
                <a:latin typeface="Calibri"/>
              </a:rPr>
              <a:t>Lightest possible tool. No browser overhead. 2s crawl delay. Fast and server-friendly.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50876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508760"/>
            <a:ext cx="3566160" cy="54864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Bonhams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814"/>
                </a:solidFill>
                <a:latin typeface="Georgia"/>
              </a:rPr>
              <a:t>Playwright + /_next/data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2860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842C"/>
                </a:solidFill>
                <a:latin typeface="Calibri"/>
              </a:rPr>
              <a:t>Next.js / JS-rendered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560320"/>
            <a:ext cx="3291840" cy="9144"/>
          </a:xfrm>
          <a:prstGeom prst="rect">
            <a:avLst/>
          </a:prstGeom>
          <a:solidFill>
            <a:srgbClr val="D4C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6517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540"/>
                </a:solidFill>
                <a:latin typeface="Calibri"/>
              </a:rPr>
              <a:t>Intercept the hydration JSON endpoint instead of parsing rendered DOM. Faster, more stable, less surface area for blocks.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50876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508760"/>
            <a:ext cx="3566160" cy="54864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645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Heritage Auctions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814"/>
                </a:solidFill>
                <a:latin typeface="Georgia"/>
              </a:rPr>
              <a:t>Playwright + JSON-LD / flagged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2860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842C"/>
                </a:solidFill>
                <a:latin typeface="Calibri"/>
              </a:rPr>
              <a:t>Strong anti-scraping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9640" y="2560320"/>
            <a:ext cx="3291840" cy="9144"/>
          </a:xfrm>
          <a:prstGeom prst="rect">
            <a:avLst/>
          </a:prstGeom>
          <a:solidFill>
            <a:srgbClr val="D4C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6517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540"/>
                </a:solidFill>
                <a:latin typeface="Calibri"/>
              </a:rPr>
              <a:t>Attempt JSON-LD extraction. If blocked: emit flagged_for_api, serve seeded fallback. Do not defeat protection.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27A"/>
                </a:solidFill>
                <a:latin typeface="Calibri"/>
              </a:rPr>
              <a:t>All three produce the same output schema: lot_number / title / estimate_low / estimate_high / estimate_currency / sale_date / bidding_deadline / image_urls / source / source_url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6784848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RESPONSIBLE SCRAPING // 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814"/>
                </a:solidFill>
                <a:latin typeface="Georgia"/>
              </a:rPr>
              <a:t>You will never get blocked. That is the constraint, not the goal.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52120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54864" cy="1325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814"/>
                </a:solidFill>
                <a:latin typeface="Calibri"/>
              </a:rPr>
              <a:t>Named crawl-delay constants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540"/>
                </a:solidFill>
                <a:latin typeface="Calibri"/>
              </a:rPr>
              <a:t>Declared at the top of each scraper file, not buried in logic. Auditable and easy to adjust per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26080"/>
            <a:ext cx="52120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54864" cy="1325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814"/>
                </a:solidFill>
                <a:latin typeface="Calibri"/>
              </a:rPr>
              <a:t>Randomized inter-request intervals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540"/>
                </a:solidFill>
                <a:latin typeface="Calibri"/>
              </a:rPr>
              <a:t>Slight jitter avoids fingerprinting while staying within the declared pacing window.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89120"/>
            <a:ext cx="52120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89120"/>
            <a:ext cx="54864" cy="1325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814"/>
                </a:solidFill>
                <a:latin typeface="Calibri"/>
              </a:rPr>
              <a:t>robots.txt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540"/>
                </a:solidFill>
                <a:latin typeface="Calibri"/>
              </a:rPr>
              <a:t>Crawl-delay directives are respected. Public pages only. No login, no credentials, no circumvention.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463040"/>
            <a:ext cx="52120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463040"/>
            <a:ext cx="54864" cy="1325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5544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814"/>
                </a:solidFill>
                <a:latin typeface="Calibri"/>
              </a:rPr>
              <a:t>Exponential backoff with jitter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28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540"/>
                </a:solidFill>
                <a:latin typeface="Calibri"/>
              </a:rPr>
              <a:t>Retries back off on 429/503 responses. Never hammer a server that is signaling stress.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26080"/>
            <a:ext cx="52120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2926080"/>
            <a:ext cx="54864" cy="1325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814"/>
                </a:solidFill>
                <a:latin typeface="Calibri"/>
              </a:rPr>
              <a:t>Hardened sites get flagged, not defeated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91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540"/>
                </a:solidFill>
                <a:latin typeface="Calibri"/>
              </a:rPr>
              <a:t>If repeated 403s indicate strong anti-scraping: emit flagged_for_api, serve seeded data, surface the flag for you to pursue an API arrangement. I do not escalate countermeasures.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389120"/>
            <a:ext cx="52120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4389120"/>
            <a:ext cx="54864" cy="132588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814"/>
                </a:solidFill>
                <a:latin typeface="Calibri"/>
              </a:rPr>
              <a:t>Rate-limit telemetry visible in the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548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540"/>
                </a:solidFill>
                <a:latin typeface="Calibri"/>
              </a:rPr>
              <a:t>Every pacing event, retry, and flag is logged in the real-time telemetry panel so you can audit the pipeline's behavior.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6784848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BACKGROUND // RELEVANT 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814"/>
                </a:solidFill>
                <a:latin typeface="Georgia"/>
              </a:rPr>
              <a:t>Not a full-stack generalist. A Python backend specialist who scrapes.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5212080" cy="54864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U.S. Bank (via Turnberry) // TDAAS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540"/>
                </a:solidFill>
                <a:latin typeface="Calibri"/>
              </a:rPr>
              <a:t>Owned Python backend for a 600-user internal platform. Became sole developer and SME within two months. ~60k lines of production code. Led the Azure Cloud migration as the project's main technical rep. When something broke, I fixed it, often within ten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46304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463040"/>
            <a:ext cx="5212080" cy="54864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Web Scraping with Python, Playwright, Puppeteer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540"/>
                </a:solidFill>
                <a:latin typeface="Calibri"/>
              </a:rPr>
              <a:t>Used all three in production contexts to scrape and automate JS-heavy websites. Know when to use headless browser automation and when requests + a parser is the right call. Know when a site is genuinely hardened and to flag it rather than fight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383280"/>
            <a:ext cx="5212080" cy="54864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20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Optum RHRP 4 (current contract)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40480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540"/>
                </a:solidFill>
                <a:latin typeface="Calibri"/>
              </a:rPr>
              <a:t>Angular + .NET/C# + PostgreSQL in strict Agile. 150+ story points delivered. Team's go-to for AI-assisted development. Shows I can operate in a fast-moving, close-collaboration team environment.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38328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383280"/>
            <a:ext cx="5212080" cy="54864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520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840480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540"/>
                </a:solidFill>
                <a:latin typeface="Calibri"/>
              </a:rPr>
              <a:t>Minneapolis, MN. English is my first language. Comfortable on video with camera on. Direct, precise communicator. Have worked in close Slack and video-call environments at every role.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6784848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SCREENING QUESTIONS // DIRECT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814"/>
                </a:solidFill>
                <a:latin typeface="Georgia"/>
              </a:rPr>
              <a:t>Your three questions, answered concretely.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54864" cy="146304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Q1 // JS-heavy site I have scraped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540"/>
                </a:solidFill>
                <a:latin typeface="Calibri"/>
              </a:rPr>
              <a:t>Bonhams is a Next.js app. Lot data is hydrated client-side, not in the HTML source. Approach: Playwright headless Chromium, intercept the /_next/data endpoint during hydration, extract the structured JSON payload directly. Faster and more stable than DOM parsing. DOM-based extraction is the fallback when the data endpoint is not consistently structured.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26080"/>
            <a:ext cx="10515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54864" cy="146304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Q2 // Preferred stack for a multi-site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540"/>
                </a:solidFill>
                <a:latin typeface="Calibri"/>
              </a:rPr>
              <a:t>requests + BeautifulSoup for static pages (faster, gentler). Playwright for JS-rendered (async API, reliable headless). Plain Python asyncio for orchestration. Per-source crawl-delay constants. Exponential backoff. I skip Scrapy for bespoke multi-site work because its abstraction layer fights you when each site needs a meaningfully different extraction strategy.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526280"/>
            <a:ext cx="54864" cy="1463040"/>
          </a:xfrm>
          <a:prstGeom prst="rect">
            <a:avLst/>
          </a:prstGeom>
          <a:solidFill>
            <a:srgbClr val="6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1A1A"/>
                </a:solidFill>
                <a:latin typeface="Calibri"/>
              </a:rPr>
              <a:t>Q3 // Rate-limiting and avoiding blocks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1032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4540"/>
                </a:solidFill>
                <a:latin typeface="Calibri"/>
              </a:rPr>
              <a:t>Named crawl-delay constant at the top of each scraper. Randomized inter-request jitter. robots.txt Crawl-delay respected. Retries with exponential backoff and jitter. If a site returns repeated 403s or 429s: flag it for an API arrangement, serve seeded fallback data, do not escalate countermeasures. I have never caused a client to get blocked.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6784848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814"/>
                </a:solidFill>
                <a:latin typeface="Georgia"/>
              </a:rPr>
              <a:t>Ready to get on a video call, discuss the pipeline in depth, and take the paid test task.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10058400" cy="9144"/>
          </a:xfrm>
          <a:prstGeom prst="rect">
            <a:avLst/>
          </a:prstGeom>
          <a:solidFill>
            <a:srgbClr val="D4C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1A1A"/>
                </a:solidFill>
                <a:latin typeface="Calibri"/>
              </a:rPr>
              <a:t>michaelwegter.com/demos/auction-scraper/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1A1A"/>
                </a:solidFill>
                <a:latin typeface="Calibri"/>
              </a:rPr>
              <a:t>github.com/mwegter95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8842C"/>
                </a:solidFill>
                <a:latin typeface="Calibri"/>
              </a:rPr>
              <a:t>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1A1A"/>
                </a:solidFill>
                <a:latin typeface="Calibri"/>
              </a:rPr>
              <a:t>michaelwegter.com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827A"/>
                </a:solidFill>
                <a:latin typeface="Georgia"/>
              </a:rPr>
              <a:t>Michael Wegter  //  Minneapolis, MN  //  Native English  //  Camera on, always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6784848"/>
            <a:ext cx="11960352" cy="73152"/>
          </a:xfrm>
          <a:prstGeom prst="rect">
            <a:avLst/>
          </a:prstGeom>
          <a:solidFill>
            <a:srgbClr val="A88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