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572000" cy="64008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SchoolConnect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FDBFE"/>
                </a:solidFill>
                <a:latin typeface="Calibri"/>
              </a:rPr>
              <a:t>A live, two-role school-parent communication platform with real-time
messaging, student performance updates, and an activity feed.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868680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michaelwegter.com/demos/edtech-school-connect-web-portal/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C5FD"/>
                </a:solidFill>
                <a:latin typeface="Calibri"/>
              </a:rPr>
              <a:t>Proposal by Michael Wegter  |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2011680" cy="411480"/>
          </a:xfrm>
          <a:prstGeom prst="rect">
            <a:avLst/>
          </a:prstGeom>
          <a:solidFill>
            <a:srgbClr val="16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Parent role (live demo)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5303520"/>
            <a:ext cx="2194560" cy="41148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5303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Teacher role (live 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Parents are disconnected from what happens at school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66160" cy="822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56DB"/>
                </a:solidFill>
                <a:latin typeface="Calibri"/>
              </a:rPr>
              <a:t>30 min/day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Average time teachers spend on parent communication via phone and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566160" cy="82296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E9F6E"/>
                </a:solidFill>
                <a:latin typeface="Calibri"/>
              </a:rPr>
              <a:t>51M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ClassDojo's scale proves that real-time school-parent apps are in massive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82880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3566160" cy="82296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3A008"/>
                </a:solidFill>
                <a:latin typeface="Calibri"/>
              </a:rPr>
              <a:t>1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Schools need one place to send updates, share grades, and message parents directly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I built the portal. You can log in right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960120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Live demo: michaelwegter.com/demos/edtech-school-connect-web-portal/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3566160" cy="822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Calibri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56DB"/>
                </a:solidFill>
                <a:latin typeface="Calibri"/>
              </a:rPr>
              <a:t>Hero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Real-Time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Threaded parent-teacher message bubbles. Backend-persisted, 4-second polling. A message sent on the teacher side appears on the parent side without a refresh.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231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23160"/>
            <a:ext cx="3566160" cy="82296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9F6E"/>
                </a:solidFill>
                <a:latin typeface="Calibri"/>
              </a:rPr>
              <a:t>Supporting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Student Performance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Six subject grade cards with letter grades, numeric scores, and a live Chart.js radar chart. Teacher updates a grade; parent sees it within seconds.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4231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2423160"/>
            <a:ext cx="3566160" cy="82296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Calibri"/>
              </a:rPr>
              <a:t>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A008"/>
                </a:solidFill>
                <a:latin typeface="Calibri"/>
              </a:rPr>
              <a:t>Supporting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Activity and Announcements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Teachers post announcements; parents see them immediately at the top of the feed. Category badges: Academic, Event, Attendance, Announcement.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Two logins. Two complete experiences.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52578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25780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Teacher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teacher@demo.edu / TeachDemo1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1.  See Alex Johnson's class summary on the teacher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2.  Open Grades, click any subject, update the score, 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856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3.  Go to Activities, post a new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4.  Open Messages, reply to a parent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365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5.  Log out and switch to the parent view to see changes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2578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5257800" cy="50292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Parent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parent@demo.edu / ParentDemo1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1.  Dashboard: GPA card, unread message badge, recent activity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10128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2.  Grades view: see updated science grade from the teacher (live!)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856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3.  Activity feed: see the announcement posted by the teacher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611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4.  Messages: send a reply to Mrs. Rivera, see the thread 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365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5.  Open a second tab as teacher to watch messages arrive in real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Student: Alex Johnson, Grade 7  |  Teacher: Mrs. Rivera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REQUIREMENTS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Every item from your posting is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108356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Two-way school-parent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1051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Live messaging module. Both parent and teacher compose, send, and receive. Real database. 4-second polling.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04872"/>
            <a:ext cx="10835640" cy="667512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78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Real-time student performance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478024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Grade cards update when a teacher saves. Radar chart re-renders. Parent sees changes within one polling 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72384"/>
            <a:ext cx="108356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369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455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Real-time activity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145536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Teacher posts to the activity feed; the item appears at the top of the parent view on next poll.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39896"/>
            <a:ext cx="10835640" cy="667512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044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13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Functional MVP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13048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The demo is live right now at the link above. Two seeded logins, three working features, a real backend API.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07408"/>
            <a:ext cx="108356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PHP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480560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Demo uses Flask + JS for static hosting. Every layer maps 1:1 to PHP/Laravel. Migration: 1 to 2 weeks.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074920"/>
            <a:ext cx="10835640" cy="667512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48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Fast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4807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This prototype is the production spec. Clean modular architecture. MVP timeline: 4 to 6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PHP PRODUCTION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Calibri"/>
              </a:rPr>
              <a:t>The demo is a PHP-ready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Your posting requires PHP. The demo runs on Flask + vanilla JS because it lives on a static host. Every layer translates directly to PHP/Laravel. The user flows, data models, and UI components are identical. Only the runtime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23160"/>
            <a:ext cx="534924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2423160"/>
            <a:ext cx="5394960" cy="457200"/>
          </a:xfrm>
          <a:prstGeom prst="rect">
            <a:avLst/>
          </a:prstGeom>
          <a:solidFill>
            <a:srgbClr val="1E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Demo layer (prototype)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PHP/Laravel production equivalent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71800"/>
            <a:ext cx="5349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971800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Flask blueprint +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63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Laravel Controller + Routes (web.php / api.php)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40"/>
            <a:ext cx="5349240" cy="548640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3520440"/>
            <a:ext cx="539496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SQLite tables (edtech_*)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611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MySQL / PostgreSQL with Eloquent 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069080"/>
            <a:ext cx="5349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4069080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PyJWT HS256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1605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Laravel Sanctum or Passport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617720"/>
            <a:ext cx="5349240" cy="548640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617720"/>
            <a:ext cx="539496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Vanilla JS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709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Vue.js, Livewire, or keep vanilla JS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166360"/>
            <a:ext cx="5349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5166360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578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4-second client polling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257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Laravel Echo + Pusher WebSockets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715000"/>
            <a:ext cx="5349240" cy="548640"/>
          </a:xfrm>
          <a:prstGeom prst="rect">
            <a:avLst/>
          </a:prstGeom>
          <a:solidFill>
            <a:srgbClr val="F3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5715000"/>
            <a:ext cx="539496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8064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  Static GitHub Pages host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806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  Laravel on shared hosting or a VPS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Calibri"/>
              </a:rPr>
              <a:t>Estimated migration effort from this prototype to PHP/Laravel: 1 to 2 weeks for a mid-level developer.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56DB"/>
                </a:solidFill>
                <a:latin typeface="Calibri"/>
              </a:rPr>
              <a:t>ABOUT MICHAEL WEGTER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Calibri"/>
              </a:rPr>
              <a:t>Full-stack developer. Fast. Reliable. I own what I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10835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109728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Calibri"/>
              </a:rPr>
              <a:t>2.5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Sole developer and SME on a React + Python internal platform at U.S. Bank. Approximately 600 users per month, roughly 60,000 lines of code owned and maintained solo. If something broke, I could usually fix it within ten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10835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880360"/>
            <a:ext cx="109728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Calibri"/>
              </a:rPr>
              <a:t>6-month Azure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Led the migration of my platform to Azure Cloud as the project's main representative, one of the first apps the bank moved. End-to-end ownership across architecture, implementation, and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69080"/>
            <a:ext cx="10835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9080"/>
            <a:ext cx="109728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Calibri"/>
              </a:rPr>
              <a:t>150+ story points/sprint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Currently at Optum (Angular + .NET + PostgreSQL), onion architecture, large team in strict Agile. My team's go-to for AI-assisted development. Contract won April 2026.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257800"/>
            <a:ext cx="10835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257800"/>
            <a:ext cx="109728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Calibri"/>
              </a:rPr>
              <a:t>Full stack across the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React, Angular, Python (Flask), .NET/C#, Java, SQL, PostgreSQL, Docker, Kubernetes, CI/CD. Personal app portfolio live at michaelwegter.com with Spotify/Apple Music tools, gallery planners, and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The portal is live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Calibri"/>
              </a:rPr>
              <a:t>Log in as parent or teacher and click through the whole platform.
No install, no setup. Everything you see is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3192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56DB"/>
                </a:solidFill>
                <a:latin typeface="Calibri"/>
              </a:rPr>
              <a:t>michaelwegter.com/demos/edtech-school-connect-web-portal/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Proposal by Michael Wegter  |  June 2026  |  michaelwegter.com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