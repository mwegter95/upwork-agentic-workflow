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Inter"/>
              </a:rPr>
              <a:t>PROPOSAL FOR UPWORK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772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8FAFC"/>
                </a:solidFill>
                <a:latin typeface="DM Sans"/>
              </a:rPr>
              <a:t>AI Customer Support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CBD5E1"/>
                </a:solidFill>
                <a:latin typeface="Inter"/>
              </a:rPr>
              <a:t>In-browser RAG chatbot with FAQ knowledge base, live order lookup,</a:t>
            </a:r>
          </a:p>
          <a:p>
            <a:pPr algn="l"/>
            <a:r>
              <a:rPr sz="1700" b="0">
                <a:solidFill>
                  <a:srgbClr val="CBD5E1"/>
                </a:solidFill>
                <a:latin typeface="Inter"/>
              </a:rPr>
              <a:t>human escalation, and admin dashboard. Zero recurring AI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645920"/>
            <a:ext cx="3017520" cy="1737360"/>
          </a:xfrm>
          <a:prstGeom prst="rect">
            <a:avLst/>
          </a:prstGeom>
          <a:solidFill>
            <a:srgbClr val="273549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0" y="182880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0B981"/>
                </a:solidFill>
                <a:latin typeface="Inter"/>
              </a:rPr>
              <a:t>LIVE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157984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3799F8"/>
                </a:solidFill>
                <a:latin typeface="Inter"/>
              </a:rPr>
              <a:t>michaelwegter.com/demos/ai-chatbot-for-customer-support/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Michael Wegter  |  Full-Stack Developer  |  United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DM Sans"/>
              </a:rPr>
              <a:t>Your small team is manually answering the same questions every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4028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24048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Repetitive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77063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Orders, shipping, returns. Same 20 questions, every day, from every customer.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24028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24048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Business-hours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77063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Customers waiting until 9am ET for answers they could get in seconds.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1480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42793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Agent capacity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64515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Your team's time goes to tickets a bot could close, not the ones that need a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11480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42793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Integration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4645152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Inter"/>
              </a:rPr>
              <a:t>Fragmented stack: website, help desk, order system. No unified first-line response.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8FAFC"/>
                </a:solidFill>
                <a:latin typeface="DM Sans"/>
              </a:rPr>
              <a:t>SupportAI: a fully in-browser AI chatbot, zero recurring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The AI model runs in the customer's browser using WebAssembly. No OpenAI. No Anthropic. No monthly token bill.</a:t>
            </a:r>
          </a:p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Your FAQ knowledge base stays in a JSON file your team can edit without developer help.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0604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7706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Inter"/>
              </a:rPr>
              <a:t>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77063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RAG Knowledge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3154680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20+ FAQ entries retrieved by semantic similarity. Bot cites sources. Grounded answers, not hallucinations.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60604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77063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Inter"/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77063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Order Lookup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154680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Parses order numbers from chat. Queries your API (mock in demo). Returns status, carrier, ETA.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34340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5079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Inter"/>
              </a:rPr>
              <a:t>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50799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Human Escalation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892040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Business-hours routing (9am to 6pm ET). Ticket confirmation. Zendesk handoff with full chat context.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343400"/>
            <a:ext cx="512064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50799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8FAFC"/>
                </a:solidFill>
                <a:latin typeface="Inter"/>
              </a:rP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50799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Admin 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892040"/>
            <a:ext cx="4389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Add/edit FAQ entries. Analytics: deflection rate, top queries, escalations. Maintainable without a developer.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DM Sans"/>
              </a:rPr>
              <a:t>Built for this proposal. Click it yourself.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3799F8"/>
                </a:solidFill>
                <a:latin typeface="Inter"/>
              </a:rPr>
              <a:t>https://michaelwegter.com/demos/ai-chatbot-for-customer-support/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3474720" cy="4169664"/>
          </a:xfrm>
          <a:prstGeom prst="rect">
            <a:avLst/>
          </a:prstGeom>
          <a:solidFill>
            <a:srgbClr val="27354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338328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0167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Inter"/>
              </a:rPr>
              <a:t>Hero: 4 live features on first paint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2103120"/>
            <a:ext cx="3474720" cy="4169664"/>
          </a:xfrm>
          <a:prstGeom prst="rect">
            <a:avLst/>
          </a:prstGeom>
          <a:solidFill>
            <a:srgbClr val="27354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chat-rea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148840"/>
            <a:ext cx="3383280" cy="384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60167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Inter"/>
              </a:rPr>
              <a:t>Chat UI with quick actions + source citations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2103120"/>
            <a:ext cx="3474720" cy="4169664"/>
          </a:xfrm>
          <a:prstGeom prst="rect">
            <a:avLst/>
          </a:prstGeom>
          <a:solidFill>
            <a:srgbClr val="27354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3-admin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48840"/>
            <a:ext cx="3383280" cy="3840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09560" y="60167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4A3B8"/>
                </a:solidFill>
                <a:latin typeface="Inter"/>
              </a:rPr>
              <a:t>Admin: analytics + KB editor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DM Sans"/>
              </a:rPr>
              <a:t>In-browser RAG pipeline: no backend required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2423160" cy="20116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103120"/>
            <a:ext cx="20939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799F8"/>
                </a:solidFill>
                <a:latin typeface="DM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2578608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User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017520"/>
            <a:ext cx="20939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Customer types a message in the chat widget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74320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920240"/>
            <a:ext cx="2423160" cy="20116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2103120"/>
            <a:ext cx="20939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799F8"/>
                </a:solidFill>
                <a:latin typeface="DM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578608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Retrieval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017520"/>
            <a:ext cx="20939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Transformers.js embeddings rank top-3 FAQ chunks by semantic similarity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74320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1920240"/>
            <a:ext cx="2423160" cy="20116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2103120"/>
            <a:ext cx="20939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799F8"/>
                </a:solidFill>
                <a:latin typeface="DM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578608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3017520"/>
            <a:ext cx="20939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Qwen2.5-0.5B WASM model generates a grounded answer, streamed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43200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1920240"/>
            <a:ext cx="2423160" cy="201168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5752" y="2103120"/>
            <a:ext cx="20939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799F8"/>
                </a:solidFill>
                <a:latin typeface="DM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578608"/>
            <a:ext cx="20939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017520"/>
            <a:ext cx="20939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Answer shown with source citations. Order and escalation handled in parallel.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160520"/>
            <a:ext cx="11155680" cy="1005840"/>
          </a:xfrm>
          <a:prstGeom prst="rect">
            <a:avLst/>
          </a:prstGeom>
          <a:solidFill>
            <a:srgbClr val="273549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DM Sans"/>
              </a:rPr>
              <a:t>Zero recurring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315968"/>
            <a:ext cx="8503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The LLM runs in the visitor's browser via WebAssembly. No OpenAI, no Anthropic, no cloud inference bill. The FAQ is a plain JSON file. Order status calls your existing endpoint. Zendesk handoff uses the Web Widget SDK.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ZENDESK INTEGRATION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DM Sans"/>
              </a:rPr>
              <a:t>Smooth handoff to your support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The demo simulates this flow. In production, step 3 is a live Zendesk Web Widget SDK call.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31720"/>
            <a:ext cx="2560320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331720"/>
            <a:ext cx="256032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251460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0B981"/>
                </a:solidFill>
                <a:latin typeface="Inter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80360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Trigger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383280"/>
            <a:ext cx="223113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Bot identifies escalation signal: customer says 'talk to a person,' repeated confusion, or unresolved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337560"/>
            <a:ext cx="237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331720"/>
            <a:ext cx="2560320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331720"/>
            <a:ext cx="256032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51460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0B981"/>
                </a:solidFill>
                <a:latin typeface="Inter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2880360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Business hours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3383280"/>
            <a:ext cx="223113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Current time checked against 9am to 6pm ET. Live chat offered during hours; next available window shown after hours.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337560"/>
            <a:ext cx="237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331720"/>
            <a:ext cx="2560320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331720"/>
            <a:ext cx="256032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251460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0B981"/>
                </a:solidFill>
                <a:latin typeface="Inter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880360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Zendesk handoff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383280"/>
            <a:ext cx="223113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Zendesk Web Widget opens pre-filled with customer name, issue summary, and full conversation transcript.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337560"/>
            <a:ext cx="237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DM Sans"/>
              </a:rPr>
              <a:t>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331720"/>
            <a:ext cx="2560320" cy="237744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331720"/>
            <a:ext cx="256032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2" y="2514600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10B981"/>
                </a:solidFill>
                <a:latin typeface="Inter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880360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Ticket confirmed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3383280"/>
            <a:ext cx="223113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94A3B8"/>
                </a:solidFill>
                <a:latin typeface="Inter"/>
              </a:rPr>
              <a:t>Ticket ID shown to customer. Bot remains open for follow-up questions while agent reviews the case.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TIMELINE +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DM Sans"/>
              </a:rPr>
              <a:t>Fixed price. Scope is clear, delivery is bounded.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338328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03120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BASE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1460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3799F8"/>
                </a:solidFill>
                <a:latin typeface="DM Sans"/>
              </a:rPr>
              <a:t>$2,500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46120"/>
            <a:ext cx="298094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In-browser chatbot, FAQ KB, order lookup, escalation, admin panel, embed code + docs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920240"/>
            <a:ext cx="3383280" cy="2286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2103120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Inter"/>
              </a:rPr>
              <a:t>WITH LIVE ZENDESK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51460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DM Sans"/>
              </a:rPr>
              <a:t>$3,500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246120"/>
            <a:ext cx="298094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Everything above plus real Zendesk ticket creation, live chat handoff, and setup guide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920240"/>
            <a:ext cx="3383280" cy="22860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103120"/>
            <a:ext cx="29809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94A3B8"/>
                </a:solidFill>
                <a:latin typeface="Inter"/>
              </a:rPr>
              <a:t>FULL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51460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8FAFC"/>
                </a:solidFill>
                <a:latin typeface="DM Sans"/>
              </a:rPr>
              <a:t>$4,500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8" y="3246120"/>
            <a:ext cx="298094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Everything above plus multi-language KB, Zendesk app config, custom branding, post-launch 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434840"/>
            <a:ext cx="10881360" cy="205740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2628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Architecture + knowledge base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452628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1 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91456"/>
            <a:ext cx="10881360" cy="310896"/>
          </a:xfrm>
          <a:prstGeom prst="rect">
            <a:avLst/>
          </a:prstGeom>
          <a:solidFill>
            <a:srgbClr val="273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837176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Core chatbot + RAG + in-browser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837176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3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148072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Order lookup + escalation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5148072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1 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413248"/>
            <a:ext cx="10881360" cy="310896"/>
          </a:xfrm>
          <a:prstGeom prst="rect">
            <a:avLst/>
          </a:prstGeom>
          <a:solidFill>
            <a:srgbClr val="273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45896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Admin panel +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5458968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1 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69864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Zendesk integration +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5769864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0.5 days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035040"/>
            <a:ext cx="10881360" cy="310896"/>
          </a:xfrm>
          <a:prstGeom prst="rect">
            <a:avLst/>
          </a:prstGeom>
          <a:solidFill>
            <a:srgbClr val="2735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08076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QA + polish + embed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080760"/>
            <a:ext cx="1280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10B981"/>
                </a:solidFill>
                <a:latin typeface="Inter"/>
              </a:rPr>
              <a:t>1 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Inter"/>
              </a:rPr>
              <a:t>ABOUT MICHAEL WEGTER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DM Sans"/>
              </a:rPr>
              <a:t>Full-stack developer, currently based in the United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I confirmed: I am currently based in the United States. I have built the stack this project requires and ship AI-assisted features daily.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521208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7919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2.5 years at U.S.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Primary developer on a React + Python platform serving 600 users/month. Became sole developer and SME within months. Fixed incidents in under 10 minutes. 60,000+ LOC.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514600"/>
            <a:ext cx="521208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67919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Azure Cloud Migration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06324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Led a 6-month migration to Azure as the project's main representative, among the first internal apps the bank migrated.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51960"/>
            <a:ext cx="521208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1655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Optum (current)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006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Angular + .NET + PostgreSQL on a large Agile team. 150+ story points delivered. Team's go-to for AI-assisted development. Contract won April 2026.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251960"/>
            <a:ext cx="5212080" cy="150876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416552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DM Sans"/>
              </a:rPr>
              <a:t>AI delivery, daily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0060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Built this demo's in-browser RAG chatbot in a single session using Transformers.js, the same stack I would use on your production build.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6304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Inter"/>
              </a:rPr>
              <a:t>NEXT STEP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8FAFC"/>
                </a:solidFill>
                <a:latin typeface="DM Sans"/>
              </a:rPr>
              <a:t>Try the demo. Let's talk about the real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3799F8"/>
                </a:solidFill>
                <a:latin typeface="Inter"/>
              </a:rPr>
              <a:t>https://michaelwegter.com/demos/ai-chatbot-for-customer-support/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93192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  <a:latin typeface="Inter"/>
              </a:rPr>
              <a:t>Ask about orders (ORD-1001), returns, shipping. Try escalating to a human. Open the admin panel (admin123).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  <a:latin typeface="Inter"/>
              </a:rPr>
              <a:t>Michael Wegter  |  michaelwegter.com  |  United States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Inter"/>
              </a:rPr>
              <a:t>MICHAEL WEGTER  /  AI CUSTOMER SUPPORT CHATBOT  /  PROPOSAL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922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Inter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