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Inter"/>
              </a:rPr>
              <a:t>PROPOSAL FOR UPWORK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772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DM Sans"/>
              </a:rPr>
              <a:t>AI Customer Support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Inter"/>
              </a:rPr>
              <a:t>In-browser RAG chatbot with FAQ knowledge base, live order lookup,</a:t>
            </a:r>
          </a:p>
          <a:p>
            <a:pPr algn="l"/>
            <a:r>
              <a:rPr sz="1700" b="0">
                <a:solidFill>
                  <a:srgbClr val="CBD5E1"/>
                </a:solidFill>
                <a:latin typeface="Inter"/>
              </a:rPr>
              <a:t>human escalation, and admin dashboard. Zero recurring AI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645920"/>
            <a:ext cx="3017520" cy="1737360"/>
          </a:xfrm>
          <a:prstGeom prst="rect">
            <a:avLst/>
          </a:prstGeom>
          <a:solidFill>
            <a:srgbClr val="273549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Inter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57984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3799F8"/>
                </a:solidFill>
                <a:latin typeface="Inter"/>
              </a:rPr>
              <a:t>michaelwegter.com</a:t>
            </a:r>
            <a:r>
              <a:rPr sz="1200" b="0" dirty="0">
                <a:solidFill>
                  <a:srgbClr val="3799F8"/>
                </a:solidFill>
                <a:latin typeface="Inter"/>
              </a:rPr>
              <a:t>/demos/ai-chatbot-for-customer-support/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Inter"/>
              </a:rPr>
              <a:t>Michael Wegter  |  Full-Stack Developer  |  United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DM Sans"/>
              </a:rPr>
              <a:t>Your small team is manually answering the same questions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4048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Repetitive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7063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Inter"/>
              </a:rPr>
              <a:t>Orders, shipping, returns. Same 20 questions, every day, from every customer.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24048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Business-hours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77063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Inter"/>
              </a:rPr>
              <a:t>Customers waiting until 9am ET for answers they could get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1480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2793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Agent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64515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Inter"/>
              </a:rPr>
              <a:t>Your team's time goes to tickets a bot could close, not the ones that need a human.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42793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Integration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64515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Inter"/>
              </a:rPr>
              <a:t>Fragmented stack: website, help desk, order system. No unified first-line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DM Sans"/>
              </a:rPr>
              <a:t>SupportAI: a fully in-browser AI chatbot, zero recurring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The AI model runs in the customer's browser using WebAssembly. No OpenAI. No Anthropic. No monthly token bill.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Your FAQ knowledge base stays in a JSON file your team can edit without developer help.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7706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Inter"/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706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RAG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1546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20+ FAQ entries retrieved by semantic similarity. Bot cites sources. Grounded answers, not hallucinations.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0604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7706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Inter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7706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Order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1546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Parses order numbers from chat. Queries your API (mock in demo). Returns status, carrier, ETA.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4340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5079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Inter"/>
              </a:rPr>
              <a:t>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0799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Human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Business-hours routing (9am to 6pm ET). Ticket confirmation. Zendesk handoff with full chat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343400"/>
            <a:ext cx="512064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45079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Inter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50799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Admin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8920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Add/edit FAQ entries. Analytics: deflection rate, top queries, escalations. Maintainable without a developer.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DM Sans"/>
              </a:rPr>
              <a:t>Built for this proposal. Click it yourself.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799F8"/>
                </a:solidFill>
                <a:latin typeface="Inter"/>
              </a:rPr>
              <a:t>https://michaelwegter.com/demos/ai-chatbot-for-customer-support/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3474720" cy="4169664"/>
          </a:xfrm>
          <a:prstGeom prst="rect">
            <a:avLst/>
          </a:prstGeom>
          <a:solidFill>
            <a:srgbClr val="27354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33832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0167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Hero: 4 live features on first paint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03120"/>
            <a:ext cx="3474720" cy="4169664"/>
          </a:xfrm>
          <a:prstGeom prst="rect">
            <a:avLst/>
          </a:prstGeom>
          <a:solidFill>
            <a:srgbClr val="27354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2-chat-rea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148840"/>
            <a:ext cx="338328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1960" y="60167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Chat UI with quick actions + source citations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103120"/>
            <a:ext cx="3474720" cy="4169664"/>
          </a:xfrm>
          <a:prstGeom prst="rect">
            <a:avLst/>
          </a:prstGeom>
          <a:solidFill>
            <a:srgbClr val="27354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3-admin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148840"/>
            <a:ext cx="3383280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9560" y="60167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Inter"/>
              </a:rPr>
              <a:t>Admin: analytics + KB 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DM Sans"/>
              </a:rPr>
              <a:t>In-browser RAG pipeline: no backend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242316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103120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799F8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57860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1752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Customer types a message in the chat widget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334155"/>
                </a:solidFill>
                <a:latin typeface="DM Sans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920240"/>
            <a:ext cx="242316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2103120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799F8"/>
                </a:solidFill>
                <a:latin typeface="DM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7860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01752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Transformers.js embeddings rank top-3 FAQ chunks by semantic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432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334155"/>
                </a:solidFill>
                <a:latin typeface="DM Sans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242316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2103120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799F8"/>
                </a:solidFill>
                <a:latin typeface="DM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57860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01752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Qwen2.5-0.5B WASM model generates a grounded answer, streamed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7432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334155"/>
                </a:solidFill>
                <a:latin typeface="DM Sans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920240"/>
            <a:ext cx="242316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45752" y="2103120"/>
            <a:ext cx="2093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799F8"/>
                </a:solidFill>
                <a:latin typeface="DM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578608"/>
            <a:ext cx="2093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01752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Answer shown with source citations. Order and escalation handled in parallel.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60520"/>
            <a:ext cx="11155680" cy="1005840"/>
          </a:xfrm>
          <a:prstGeom prst="rect">
            <a:avLst/>
          </a:prstGeom>
          <a:solidFill>
            <a:srgbClr val="27354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3159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DM Sans"/>
              </a:rPr>
              <a:t>Zero recurring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1596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Inter"/>
              </a:rPr>
              <a:t>The LLM runs in the visitor's browser via WebAssembly. No OpenAI, no Anthropic, no cloud inference bill. The FAQ is a plain JSON file. Order status calls your existing endpoint. Zendesk handoff uses the Web Widget SDK.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ZENDESK INTEGRATION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DM Sans"/>
              </a:rPr>
              <a:t>Smooth handoff to your support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The demo simulates this flow. In production, step 3 is a live Zendesk Web Widget SDK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560320" cy="2377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Inter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Trigger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22311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Bot identifies escalation signal: customer says 'talk to a person,' repeated confusion, or unresolved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33756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34155"/>
                </a:solidFill>
                <a:latin typeface="DM Sans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331720"/>
            <a:ext cx="2560320" cy="2377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2331720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2514600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88036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Business hours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383280"/>
            <a:ext cx="22311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Current time checked against 9am to 6pm ET. Live chat offered during hours; next available window shown after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33756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34155"/>
                </a:solidFill>
                <a:latin typeface="DM Sans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331720"/>
            <a:ext cx="2560320" cy="2377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331720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2514600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Inte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8036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Zendesk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83280"/>
            <a:ext cx="22311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Zendesk Web Widget opens pre-filled with customer name, issue summary, and full conversation transcript.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337560"/>
            <a:ext cx="237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34155"/>
                </a:solidFill>
                <a:latin typeface="DM Sans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331720"/>
            <a:ext cx="2560320" cy="2377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20" y="2331720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4312" y="2514600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  <a:latin typeface="Inter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88036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Ticket confirmed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3383280"/>
            <a:ext cx="22311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Inter"/>
              </a:rPr>
              <a:t>Ticket ID shown to customer. Bot remains open for follow-up questions while agent reviews the case.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Inter"/>
              </a:rPr>
              <a:t>ABOUT MICHAEL WEGTER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DM Sans"/>
              </a:rPr>
              <a:t>Full-stack developer, currently based in the United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I confirmed: I am currently based in the United States. I have built the stack this project requires and ship AI-assisted features daily.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521208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7919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2.5 years at U.S.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Primary developer on a React + Python platform serving 600 users/month. Became sole developer and SME within months. Fixed incidents in under 10 minutes. 60,000+ LOC.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514600"/>
            <a:ext cx="521208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67919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Azure Cloud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Led a 6-month migration to Azure as the project's main representative, among the first internal apps the bank migrated.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521208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41655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Optum (current)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Angular + .NET + PostgreSQL on a large Agile team. 150+ story points delivered. Team's go-to for AI-assisted development. Contract won April 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251960"/>
            <a:ext cx="521208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41655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DM Sans"/>
              </a:rPr>
              <a:t>AI delivery, daily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006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Built this demo's in-browser RAG chatbot in a single session using Transformers.js, the same stack I would use on your production 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8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Inter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F8FAFC"/>
                </a:solidFill>
                <a:latin typeface="DM Sans"/>
              </a:rPr>
              <a:t>Try the demo. Let's talk about the real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3799F8"/>
                </a:solidFill>
                <a:latin typeface="Inter"/>
              </a:rPr>
              <a:t>https://michaelwegter.com/demos/ai-chatbot-for-customer-support/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Inter"/>
              </a:rPr>
              <a:t>Ask about orders (ORD-1001), returns, shipping. Try escalating to a human. Open the admin panel (admin123).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Inter"/>
              </a:rPr>
              <a:t>Michael Wegter  |  michaelwegter.com  |  United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Inter"/>
              </a:rPr>
              <a:t>MICHAEL WEGTER  /  AI CUSTOMER SUPPORT CHATBOT  / 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Inter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873</Words>
  <Application>Microsoft Macintosh PowerPoint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DM Sans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Wegter</cp:lastModifiedBy>
  <cp:revision>2</cp:revision>
  <dcterms:created xsi:type="dcterms:W3CDTF">2013-01-27T09:14:16Z</dcterms:created>
  <dcterms:modified xsi:type="dcterms:W3CDTF">2026-06-18T09:49:17Z</dcterms:modified>
  <cp:category/>
</cp:coreProperties>
</file>