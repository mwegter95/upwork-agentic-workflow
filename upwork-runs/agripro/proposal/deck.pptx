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IBM Plex Sans"/>
              </a:rPr>
              <a:t>AgriPro Operations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ECE9E"/>
                </a:solidFill>
                <a:latin typeface="IBM Plex Sans"/>
              </a:rPr>
              <a:t>Full-Featured AI-Powered Procurement Operations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8D9C8"/>
                </a:solidFill>
                <a:latin typeface="IBM Plex Sans"/>
              </a:rPr>
              <a:t>michaelwegter.com/demos/agripro/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7534E"/>
                </a:solidFill>
                <a:latin typeface="IBM Plex Sans"/>
              </a:rPr>
              <a:t>Proposal by Michael Wegter  |  github.com/mwegter95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BM Plex Sans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64592" cy="21031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IBM Plex Sans"/>
              </a:rPr>
              <a:t>Spreadsheets driving multi-state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Field inspections, lab results, and procurement approvals live in disconnected spreadsheets and email threads across states.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669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164592" cy="21031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2984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IBM Plex Sans"/>
              </a:rPr>
              <a:t>No visibility across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Procurement, quality, warehouse, and management each work in silos. No shared source of truth, no audit trail, no escalation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669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164592" cy="21031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758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IBM Plex Sans"/>
              </a:rPr>
              <a:t>Manual document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Lab certificates are read by hand, re-keyed into spreadsheets. OCR extraction, classification, and anomaly flags do not exist today.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5669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566160"/>
            <a:ext cx="164592" cy="2103120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6758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IBM Plex Sans"/>
              </a:rPr>
              <a:t>Zero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11480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No approval gate enforces quality standards before a lot moves to warehouse. Anomalous values can slip through undetected.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BM Plex Sans"/>
              </a:rPr>
              <a:t>The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01168" cy="1508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IBM Plex Sans"/>
              </a:rP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6187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IBM Plex Sans"/>
              </a:rPr>
              <a:t>Core Operational Spine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261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5651D"/>
                </a:solidFill>
                <a:latin typeface="IBM Plex Sans"/>
              </a:rPr>
              <a:t>Weeks 1-8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Authenticated RBAC, procurement campaigns, field inspection records, 6-stage approval pipeline, search and filtering, audit logs, mobile layout, admin portal.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11247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201168" cy="1508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IBM Plex Sans"/>
              </a:rP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9923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IBM Plex Sans"/>
              </a:rPr>
              <a:t>AI and Quality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999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5651D"/>
                </a:solidFill>
                <a:latin typeface="IBM Plex Sans"/>
              </a:rPr>
              <a:t>Weeks 9-12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Production OCR on lab cert ingestion, document classification, configurable anomaly detection, warehouse allocation, document management, notifications, role dashboards with PDF and Excel export.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11247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201168" cy="1508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332"/>
                </a:solidFill>
                <a:latin typeface="IBM Plex Sans"/>
              </a:rPr>
              <a:t>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365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332"/>
                </a:solidFill>
                <a:latin typeface="IBM Plex Sans"/>
              </a:rPr>
              <a:t>Hardening and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36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5651D"/>
                </a:solidFill>
                <a:latin typeface="IBM Plex Sans"/>
              </a:rPr>
              <a:t>Weeks 13-16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12079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Unit and E2E test suite (Vitest + Playwright), technical documentation, Docker + Nginx deploy, CI/CD pipeline, knowledge transfer, 30-day post-launch stabilization.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BM Plex Sans"/>
              </a:rPr>
              <a:t>The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914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C8D9C8"/>
                </a:solidFill>
                <a:latin typeface="IBM Plex Sans"/>
              </a:rPr>
              <a:t>michaelwegter.com/demos/agripro/</a:t>
            </a:r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68096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914400"/>
            <a:ext cx="3657600" cy="1371600"/>
          </a:xfrm>
          <a:prstGeom prst="rect">
            <a:avLst/>
          </a:prstGeom>
          <a:solidFill>
            <a:srgbClr val="0A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960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IBM Plex Sans"/>
              </a:rPr>
              <a:t>What you can do right now: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3258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9C8"/>
                </a:solidFill>
                <a:latin typeface="IBM Plex Sans"/>
              </a:rPr>
              <a:t>Log in as any of 4 roles
Drop a grain cert to trigger OCR
Watch anomaly flags fire in real time
Approve / Flag / Reject inspections
Export a dashboard PDF or Excel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468880"/>
            <a:ext cx="3657600" cy="3749039"/>
          </a:xfrm>
          <a:prstGeom prst="rect">
            <a:avLst/>
          </a:prstGeom>
          <a:solidFill>
            <a:srgbClr val="0A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ep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514600"/>
            <a:ext cx="3566160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0" y="42245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OCR Certificate Scanner</a:t>
            </a:r>
          </a:p>
        </p:txBody>
      </p:sp>
      <p:pic>
        <p:nvPicPr>
          <p:cNvPr id="13" name="Picture 12" descr="step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617720"/>
            <a:ext cx="356616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6236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45309"/>
                </a:solidFill>
                <a:latin typeface="IBM Plex Sans"/>
              </a:rPr>
              <a:t>Anomaly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BM Plex Sans"/>
              </a:rPr>
              <a:t>Requirement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3949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143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Secure auth + RBAC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143000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1612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09928"/>
            <a:ext cx="5394960" cy="603504"/>
          </a:xfrm>
          <a:prstGeom prst="rect">
            <a:avLst/>
          </a:prstGeom>
          <a:solidFill>
            <a:srgbClr val="F0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013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Procurement campaigns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801368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7952" y="1819655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68296"/>
            <a:ext cx="53949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45973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Field inspection workflows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459736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7952" y="247802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26664"/>
            <a:ext cx="5394960" cy="603504"/>
          </a:xfrm>
          <a:prstGeom prst="rect">
            <a:avLst/>
          </a:prstGeom>
          <a:solidFill>
            <a:srgbClr val="F0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11810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Lab testing + quality grading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3118104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87952" y="31363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85031"/>
            <a:ext cx="53949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77647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77647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Multi-stage approval workflows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3776471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379475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43400"/>
            <a:ext cx="5394960" cy="603504"/>
          </a:xfrm>
          <a:prstGeom prst="rect">
            <a:avLst/>
          </a:prstGeom>
          <a:solidFill>
            <a:srgbClr val="F0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Warehouse allocation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4434840"/>
            <a:ext cx="1508760" cy="40233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87952" y="4453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Rich Mock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01768"/>
            <a:ext cx="53949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0932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Document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5093208"/>
            <a:ext cx="1508760" cy="40233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87952" y="51114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Rich Mock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660136"/>
            <a:ext cx="5394960" cy="603504"/>
          </a:xfrm>
          <a:prstGeom prst="rect">
            <a:avLst/>
          </a:prstGeom>
          <a:solidFill>
            <a:srgbClr val="F0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575157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751575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Search and filtering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20" y="5751575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87952" y="576986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36792" y="1051560"/>
            <a:ext cx="53949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9944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1143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Role-aware dashboards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40112" y="1143000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67544" y="11612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36792" y="1709928"/>
            <a:ext cx="5394960" cy="603504"/>
          </a:xfrm>
          <a:prstGeom prst="rect">
            <a:avLst/>
          </a:prstGeom>
          <a:solidFill>
            <a:srgbClr val="F0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9712" y="18013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PDF and Excel export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40112" y="1801368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67544" y="1819655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36792" y="2368296"/>
            <a:ext cx="53949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9944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39712" y="245973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Notifications + reminders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40112" y="2459736"/>
            <a:ext cx="1508760" cy="40233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67544" y="247802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Rich Mock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36792" y="3026664"/>
            <a:ext cx="5394960" cy="603504"/>
          </a:xfrm>
          <a:prstGeom prst="rect">
            <a:avLst/>
          </a:prstGeom>
          <a:solidFill>
            <a:srgbClr val="F0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9944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9712" y="311810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Audit logs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40112" y="3118104"/>
            <a:ext cx="1508760" cy="40233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67544" y="31363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Rich Mock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36792" y="3685031"/>
            <a:ext cx="53949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9944" y="377647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9712" y="377647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Mobile-responsive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40112" y="3776471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67544" y="379475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36792" y="4343400"/>
            <a:ext cx="5394960" cy="603504"/>
          </a:xfrm>
          <a:prstGeom prst="rect">
            <a:avLst/>
          </a:prstGeom>
          <a:solidFill>
            <a:srgbClr val="F0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9944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39712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OCR for lab certs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40112" y="4434840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67544" y="44531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36792" y="5001768"/>
            <a:ext cx="539496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9944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39712" y="50932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Intelligent classification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40112" y="5093208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67544" y="51114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36792" y="5660136"/>
            <a:ext cx="5394960" cy="603504"/>
          </a:xfrm>
          <a:prstGeom prst="rect">
            <a:avLst/>
          </a:prstGeom>
          <a:solidFill>
            <a:srgbClr val="F0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09944" y="575157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651D"/>
                </a:solidFill>
                <a:latin typeface="IBM Plex Sans"/>
              </a:rPr>
              <a:t>R16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39712" y="5751575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917"/>
                </a:solidFill>
                <a:latin typeface="IBM Plex Sans"/>
              </a:rPr>
              <a:t>Anomaly detection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40112" y="5751575"/>
            <a:ext cx="150876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067544" y="576986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BM Plex Sans"/>
              </a:rPr>
              <a:t>Why Michael Wegter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703320" cy="164592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IBM Plex Sans"/>
              </a:rPr>
              <a:t>Sole developer, 600-user internal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At U.S. Bank I owned TDAAS within months and kept a 60,000-line React/Python/SQL/Java platform running for 600 users per month. If something broke, I fixed it, often within 10 minutes.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18872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188720"/>
            <a:ext cx="3703320" cy="164592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1732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IBM Plex Sans"/>
              </a:rPr>
              <a:t>AI in real production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4028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I use GitHub Copilot and Azure OpenAI in daily delivery. At Optum I am the team go-to for AI-assisted development. The OCR, classification, and anomaly detection in this demo are the same class of AI I ship at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18872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1188720"/>
            <a:ext cx="3703320" cy="164592"/>
          </a:xfrm>
          <a:prstGeom prst="rect">
            <a:avLst/>
          </a:prstGeom>
          <a:solidFill>
            <a:srgbClr val="B56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41732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IBM Plex Sans"/>
              </a:rPr>
              <a:t>Full-stack, cloud-native, and deployment-ready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24028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React, Angular, Python, .NET/C#, Java, SQL, PostgreSQL, Docker, Kubernetes, CI/CD. I led the TDAAS Azure Cloud migration as the main technical rep, among the first apps the bank moved. I own the full stack.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852160"/>
            <a:ext cx="11274552" cy="658368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9253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9C8"/>
                </a:solidFill>
                <a:latin typeface="IBM Plex Sans"/>
              </a:rPr>
              <a:t>150+ story points delivered at Optum (current)  |  6-month Azure migration lead at U.S. Bank  |  Full portfolio: michaelwegter.com  |  github.com/mwegter95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BM Plex Sans"/>
              </a:rPr>
              <a:t>Scope, Timeline, and Next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IBM Plex Sans"/>
              </a:rPr>
              <a:t>Production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Frontend: React 18 (or Angular per preference)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Backend: Python (FastAPI) or Node.js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140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Database: PostgreSQL with Row-Level Security for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523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OCR: Tesseract + cloud fallback (AWS Textract / Azure DI)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0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AI: OpenAI or Azure OpenAI for classification, anomaly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Deploy: Docker + Nginx, CI/CD (GitHub Actions or similar)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6732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Export: jsPDF + SheetJS (or server-side Puppeteer)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  <a:latin typeface="IBM Plex Sans"/>
              </a:rPr>
              <a:t>Timeline (Indicative)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IBM Plex Sans"/>
              </a:rPr>
              <a:t>Weeks 1-8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M1: Core spine, RBAC, inspection + approval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042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IBM Plex Sans"/>
              </a:rPr>
              <a:t>Weeks 9-12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04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M2: AI layer, OCR, anomaly detection,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71215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IBM Plex Sans"/>
              </a:rPr>
              <a:t>Weeks 13-16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71215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M3: Hardening, testing, documentation, 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3814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5651D"/>
                </a:solidFill>
                <a:latin typeface="IBM Plex Sans"/>
              </a:rPr>
              <a:t>Day 1+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4381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IBM Plex Sans"/>
              </a:rPr>
              <a:t>30-day post-launch stabilization included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11274552" cy="182880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817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5651D"/>
                </a:solidFill>
                <a:latin typeface="IBM Plex Sans"/>
              </a:rPr>
              <a:t>Next 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3892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9C8"/>
                </a:solidFill>
                <a:latin typeface="IBM Plex Sans"/>
              </a:rPr>
              <a:t>Try the live demo: michaelwegter.com/demos/agripro/
Happy to walk through it together and talk about your timeline, stack preferences, and budget.
Contact: github.com/mwegter95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